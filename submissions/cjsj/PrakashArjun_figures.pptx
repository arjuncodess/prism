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9" r:id="rId9"/>
    <p:sldId id="260" r:id="rId10"/>
    <p:sldId id="261" r:id="rId1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  <Relationship Id="rId9" Type="http://schemas.openxmlformats.org/officeDocument/2006/relationships/slide" Target="slides/slide4.xml"/>
  <Relationship Id="rId10" Type="http://schemas.openxmlformats.org/officeDocument/2006/relationships/slide" Target="slides/slide5.xml"/>
  <Relationship Id="rId11" Type="http://schemas.openxmlformats.org/officeDocument/2006/relationships/slide" Target="slides/slide6.xml"/>
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3" Type="http://schemas.openxmlformats.org/officeDocument/2006/relationships/image" Target="../media/fig1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3" Type="http://schemas.openxmlformats.org/officeDocument/2006/relationships/image" Target="../media/fig2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3" Type="http://schemas.openxmlformats.org/officeDocument/2006/relationships/image" Target="../media/fig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3" Type="http://schemas.openxmlformats.org/officeDocument/2006/relationships/image" Target="../media/fig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CDM information decay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2026-2027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143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Figure 1. Horizon MAE: extra information is largest at 72 h and nearly gone at 12 h.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1" name="Google Shape;6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84038" y="122975"/>
            <a:ext cx="6175934" cy="4226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143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Figure 2. Later movement versus residual. Spike at 0: no movement. Left tail: floor collapse.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1" name="Google Shape;6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84038" y="122975"/>
            <a:ext cx="6175934" cy="4226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143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Figure 3. Nominal versus empirical coverage for bootstrap spread and split conformal.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1" name="Google Shape;6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84038" y="122975"/>
            <a:ext cx="6175934" cy="4226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143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Figure 4. Floor rate and mean |y − risk| by max-risk-gap quartile. Large gaps track the floor.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1" name="Google Shape;6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84038" y="122975"/>
            <a:ext cx="6175934" cy="4226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