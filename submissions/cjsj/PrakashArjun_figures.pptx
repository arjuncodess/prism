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CDM information decay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2026-2027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14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Figure 1. Horizon MAE: extra information is largest at 72 h and nearly gone at 12 h.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49979" y="156450"/>
            <a:ext cx="5844041" cy="422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14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Figure 2. Later movement versus residual. Spike at 0: no movement. Left tail: floor collapse.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82176" y="156450"/>
            <a:ext cx="5779647" cy="422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14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Figure 3. Nominal versus empirical coverage for bootstrap spread and split conformal.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332560" y="156450"/>
            <a:ext cx="4478880" cy="422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143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Figure 4. Floor rate and mean |y − risk| by max-risk-gap quartile. Large gaps track the floor.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56419" y="156450"/>
            <a:ext cx="5831162" cy="422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</Words>
  <Application>Microsoft Office PowerPoint</Application>
  <PresentationFormat>On-screen Show (16:9)</PresentationFormat>
  <Paragraphs>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Times New Roman</vt:lpstr>
      <vt:lpstr>Simple Light</vt:lpstr>
      <vt:lpstr>CDM information decay</vt:lpstr>
      <vt:lpstr>Figure 1. Horizon MAE: extra information is largest at 72 h and nearly gone at 12 h.</vt:lpstr>
      <vt:lpstr>Figure 2. Later movement versus residual. Spike at 0: no movement. Left tail: floor collapse.</vt:lpstr>
      <vt:lpstr>Figure 3. Nominal versus empirical coverage for bootstrap spread and split conformal.</vt:lpstr>
      <vt:lpstr>Figure 4. Floor rate and mean |y − risk| by max-risk-gap quartile. Large gaps track the floor.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Arjun Vijay Prakash</cp:lastModifiedBy>
  <cp:revision>1</cp:revision>
  <dcterms:modified xsi:type="dcterms:W3CDTF">2026-08-20T13:22:00Z</dcterms:modified>
</cp:coreProperties>
</file>