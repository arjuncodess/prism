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c9a2bc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c9a2bc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dc9a2bc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dc9a2bc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CJSJ Figures Template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2025-2026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 1.	Example of a figure caption.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38" y="122975"/>
            <a:ext cx="6175934" cy="42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Table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1.	Example of a table caption.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13" y="1005750"/>
            <a:ext cx="8286975" cy="26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